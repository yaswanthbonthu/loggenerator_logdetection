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ThreatScope</a:t>
            </a:r>
          </a:p>
          <a:p>
            <a:pPr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AI-Powered Security Log Evaluation &amp; Threat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Organizations generate massive volumes of logs across authentication, web servers, applications, firewalls, and network devices.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Security teams struggle to manually correlate events, identify attack patterns, and prioritize real threats in time.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Known attacks repeat across systems, but most SIEM tools lack per-system memory of previously seen malicious behavior.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CVE data exists in NVD but is rarely linked automatically to live log evidence and attack context.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Alert fatigue: too many generic alerts with template remediation — not actionable for executives or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Current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Slow incident response — analysts spend hours parsing raw logs manually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Unknown threats (zero-day behavior) missed by signature-only rule engines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No unified view: detection + vulnerability + reasoning + remediation in one flow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Disconnected tools: log generators, evaluators, and dashboards are separate silos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Non-technical stakeholders cannot understand severity without plain-English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Proposed Solution — Two-App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App 1: SecureCorp Dummy Website — simulates auth, web, app, firewall &amp; network with continuous log generation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App 2: ThreatScope Log Evaluator — separate application consuming logs via live feed API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Decoupled design: generator exposes /logs/recent; evaluator pulls via /analyze/live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Per-system threat memory (SQLite) — recognizes previously seen attacks on each host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React dashboards for both applications with real-time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ThreatScope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1. Log Ingestion + Parsing (JSON, NDJSON, CSV, Syslog)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2. Rule Engine (fast signatures) + ML Anomaly Detector (Isolation Forest)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3. CVE Correlation — software fingerprinting, NVD API + SQLite cache, EPSS scores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4. Reasoning Layer — Gemini 2.0 Flash: attack stage, exploitable CVEs, remediation, blast radius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5. Alert Generator — CVSS + attack stage severity, evidence with line numbers, plain-English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Key Features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Live log feed from dummy server → evaluator (no manual file upload required)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Fast mode: sub-second rule-based scan; full mode: CVE + AI reasoning in background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Threat memory per host (web-01, db-01, etc.) with KNOWN threat badges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MITRE-aligned detection: brute force, SQLi, XSS, port scan, C2, privilege escalation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Evidence-linked alerts with ordered remediation from AI reasoning (not templates)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Backend: Python, FastAPI, scikit-learn, SQLite (CVE cache + threat memory)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AI: Google Gemini 2.0 Flash with deterministic fallback reasoning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Frontend: React + Vite + Chart.js (ThreatScope &amp; SecureCorp dashboards)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Data sources: NVD REST API, FIRST EPSS API, internal continuous log generator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Deployment: Local dev — ports 8100 (logs), 8000 (evaluator API), 5173/5180 (UIs)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Expected Outcomes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Reduce mean-time-to-detect (MTTD) via automated rule + ML hybrid detection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Prioritize patching using CVE + EPSS correlation tied to observed software versions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Executive-ready incident summaries without sacrificing technical evidence depth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Repeat-attack recognition lowers noise and highlights persistent adversaries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Demonstrates end-to-end SOC workflow in a self-contained demo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E8F0"/>
                </a:solidFill>
              </a:defRPr>
            </a:pPr>
            <a:r>
              <a:t>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1. Start SecureCorp dummy website — logs generate continuously in background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2. User interacts (login, API calls) — more auth/web/app events are recorded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3. Open ThreatScope → Connect Live Feed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4. Quick scan shows threats in seconds; full CVE + AI analysis loads in background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5. Review threats, memory, CVEs, and line-linked evidence in dashboard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3AED"/>
                </a:solidFill>
              </a:defRPr>
            </a:pPr>
            <a:r>
              <a:t>ThreatScope v2.0 — SecureCorp + Evaluator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